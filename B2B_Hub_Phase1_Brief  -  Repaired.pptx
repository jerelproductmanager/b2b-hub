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47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411480"/>
            <a:ext cx="1463040" cy="502920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B&amp;H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HUB MODERNIZATION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PMO-5000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Brief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·  Project Management  ·  Architecture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2560320" cy="347472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Weblogic → Aperture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3794760"/>
            <a:ext cx="2560320" cy="347472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→ Sign-Up Centered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2560320" cy="347472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Only Updates →  JSON Content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416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Jerel Smith</a:t>
            </a:r>
          </a:p>
          <a:p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Manager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5BE110C-FE05-6982-6279-994501669B8B}"/>
              </a:ext>
            </a:extLst>
          </p:cNvPr>
          <p:cNvSpPr/>
          <p:nvPr/>
        </p:nvSpPr>
        <p:spPr>
          <a:xfrm>
            <a:off x="7991707" y="4416552"/>
            <a:ext cx="8322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Current Hub Isn't Working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" cy="1261872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842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9659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Is Locked in Code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" y="233172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updates to a headline, logo, and contract listing requires a Jira ticket, dev time, QA, and a deployment cycle. Even a logo update can take months.  Insufficient GA4 tagging, obscures customer engagement analysis.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0600" y="187452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1874520"/>
            <a:ext cx="54864" cy="1261872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98424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9659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Sign-Up Is Buried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46904" y="233172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browse segments and sub-pages before reaching a registration option. No organizational, state or account info is required upfront, creating misrouting and wasted rep time.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29184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3291840"/>
            <a:ext cx="54864" cy="1261872"/>
          </a:xfrm>
          <a:prstGeom prst="rect">
            <a:avLst/>
          </a:prstGeom>
          <a:solidFill>
            <a:srgbClr val="3F9A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4015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3832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Logic Is Hard-Coded; verification impeded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03504" y="37490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State-to-contract-to-portal routing is embedded in the codebase. Adding a new state, contract, or portal association requires a developer. No self-service path exists. We are likely using an outdated D&amp;B API.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00600" y="3291840"/>
            <a:ext cx="3931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00600" y="3291840"/>
            <a:ext cx="54864" cy="1261872"/>
          </a:xfrm>
          <a:prstGeom prst="rect">
            <a:avLst/>
          </a:prstGeom>
          <a:solidFill>
            <a:srgbClr val="E673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40156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3832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Weblogic Constrains Everything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46904" y="37490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platform makes CMS extensibility impractical. Every architectural improvement is bottlenecked by platform limitations that Aperture is designed to remove.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Strategic Pivots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457200" cy="129844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55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Weblogic → Aperture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3969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built on Aperture. No new work on Weblogic. Platform migration and hub modernization are coordinated, not sequential. All elements GA4 tagged at launch.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66420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664208"/>
            <a:ext cx="457200" cy="1298448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7556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Browsing → Sign-Up First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213969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is the hero CTA. Qualification-first funnel collects org type, state, and contact info before surfacing cooperative contracts or portal options.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457200" cy="1298448"/>
          </a:xfrm>
          <a:prstGeom prst="rect">
            <a:avLst/>
          </a:prstGeom>
          <a:solidFill>
            <a:srgbClr val="3F9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Hard-Coded → JSON Content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60273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hub, segment, and contract page content driven by JSON config, enabling the B2B team to publish changes without developer involvement.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127248"/>
            <a:ext cx="3931920" cy="129844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457200" cy="1298448"/>
          </a:xfrm>
          <a:prstGeom prst="rect">
            <a:avLst/>
          </a:prstGeom>
          <a:solidFill>
            <a:srgbClr val="E67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21868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Routing → JSON-Managed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602736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× segment × state routing logic moved from hard-coded to JSON-configurable. New associations added via JSON config — no code change required.  Updated D&amp;B API and validation of improved verification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CONTENT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Replacing Hard-Code with Configurable JSON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content field and routing rule becomes editable — no dev ticket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974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697480" cy="38404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 &amp; Segment Pages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225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Hero headline + subheadline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81635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Body copy + benefit bullets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33101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CTA labels + routing URLs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8039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FAQ items + SEO meta fields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1828800"/>
            <a:ext cx="26974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37560" y="1828800"/>
            <a:ext cx="2697480" cy="54864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7560" y="1828800"/>
            <a:ext cx="2697480" cy="384048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4728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Pages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2152" y="23225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Contract name, logo, blurb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02152" y="281635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Contract number + eligibility states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02152" y="33101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Primary + secondary CTA URLs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02152" y="38039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Add/update without code change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26974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2697480" cy="54864"/>
          </a:xfrm>
          <a:prstGeom prst="rect">
            <a:avLst/>
          </a:prstGeom>
          <a:solidFill>
            <a:srgbClr val="3F9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2697480" cy="384048"/>
          </a:xfrm>
          <a:prstGeom prst="rect">
            <a:avLst/>
          </a:prstGeom>
          <a:solidFill>
            <a:srgbClr val="3F9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764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× Segment × State Routing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82512" y="23225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→ cooperative contract mapping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82512" y="281635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 → portal routing rules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82512" y="33101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associations via CMS admin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82512" y="380390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code deploy required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E6F2F8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 the Team Needs to Navigate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4864" cy="676656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6596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9264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Manny Steigman Approval Gate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9264" y="211226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changes require Manny's sign-off before going live. Manny is unavailable until approximately May 2026. Phase 1 build can proceed; launch is gated.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32888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532888"/>
            <a:ext cx="54864" cy="676656"/>
          </a:xfrm>
          <a:prstGeom prst="rect">
            <a:avLst/>
          </a:prstGeom>
          <a:solidFill>
            <a:srgbClr val="E673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7157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9264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Aperture Migration Sequencing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69264" y="286207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must be built on Aperture. Any work delivered on Weblogic first creates porting liability. Migration timeline alignment is open question #1 for the architect session.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3282696"/>
            <a:ext cx="822960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3282696"/>
            <a:ext cx="54864" cy="676656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4655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9264" y="3328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PMO 5000 — Existing-Customer Routing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69264" y="361188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 for existing B2B accounts is architecturally unresolved. Current lean: apply new routing to new sign-ups only; leave existing accounts unchanged. Not formally closed.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Phase 1 Launch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4208" y="1572768"/>
            <a:ext cx="36576" cy="301752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99616" y="1609344"/>
            <a:ext cx="347472" cy="347472"/>
          </a:xfrm>
          <a:prstGeom prst="line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93392" y="1581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Discussion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181965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confirm Aperture readiness, migration sequencing, JSON routing model, and state/contract routing ownership.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99616" y="2121408"/>
            <a:ext cx="347472" cy="347472"/>
          </a:xfrm>
          <a:prstGeom prst="line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1305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3392" y="20939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Sizing &amp; Alignment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3392" y="23317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with UX to size the sign-up flow, core and segment pages. Effort estimate produced and shared with project management.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99616" y="2633472"/>
            <a:ext cx="347472" cy="347472"/>
          </a:xfrm>
          <a:prstGeom prst="line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426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3392" y="26060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&amp; Requirements Refinement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93392" y="284378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iterated with stakeholder feedback. Requirements locked with Ariel Goldman, Shia Bernstein, Brendan Bagley and UX.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99616" y="3145536"/>
            <a:ext cx="347472" cy="347472"/>
          </a:xfrm>
          <a:prstGeom prst="line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93392" y="311810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Design Mockups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93392" y="335584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Jaye Linder produces high-fidelity designs for sign-up flow, core pages, segment pages, contract pages.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99616" y="3657600"/>
            <a:ext cx="347472" cy="347472"/>
          </a:xfrm>
          <a:prstGeom prst="line">
            <a:avLst/>
          </a:prstGeom>
          <a:solidFill>
            <a:srgbClr val="3F9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66674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F9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93392" y="363016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Approval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93392" y="3867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Goldman and Manny Steigman sign off on customer-facing designs. Manny availability (~May 2026) gates this milestone.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99616" y="4169664"/>
            <a:ext cx="347472" cy="347472"/>
          </a:xfrm>
          <a:prstGeom prst="line">
            <a:avLst/>
          </a:prstGeom>
          <a:solidFill>
            <a:srgbClr val="3F9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F9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93392" y="414223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 to Project Management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93392" y="43799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designs and requirements handed to PM for sprint planning, ticket grooming, and developer assignment.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75488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We Need to Answer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Photo Video Pro Audio  ·  B2B Hub Modernization  ·  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828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" cy="512064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1984248"/>
            <a:ext cx="1005840" cy="256032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984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9293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State/contract routing location: does routing config live in the new JSON config, or remain in B2B App?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5054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258546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strike="sngStrik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strike="sngStrike" dirty="0"/>
          </a:p>
        </p:txBody>
      </p:sp>
      <p:sp>
        <p:nvSpPr>
          <p:cNvPr id="23" name="Shape 21"/>
          <p:cNvSpPr/>
          <p:nvPr/>
        </p:nvSpPr>
        <p:spPr>
          <a:xfrm>
            <a:off x="457200" y="2521458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521458"/>
            <a:ext cx="54864" cy="512064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2631186"/>
            <a:ext cx="1005840" cy="256032"/>
          </a:xfrm>
          <a:prstGeom prst="rect">
            <a:avLst/>
          </a:prstGeom>
          <a:solidFill>
            <a:srgbClr val="007A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263118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257632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sizing: what is the design effort for the qualification-first sign-up flow, hub landing redesign, segment pages, and CMS admin panel?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859</Words>
  <Application>Microsoft Macintosh PowerPoint</Application>
  <PresentationFormat>On-screen Show (16:9)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Hub Modernization – Phase 1</dc:title>
  <dc:subject>PptxGenJS Presentation</dc:subject>
  <dc:creator>PptxGenJS</dc:creator>
  <cp:lastModifiedBy>Jerel Smith</cp:lastModifiedBy>
  <cp:revision>2</cp:revision>
  <dcterms:created xsi:type="dcterms:W3CDTF">2026-04-14T13:26:34Z</dcterms:created>
  <dcterms:modified xsi:type="dcterms:W3CDTF">2026-04-14T14:30:32Z</dcterms:modified>
</cp:coreProperties>
</file>